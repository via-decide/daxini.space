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Announce the limited window and the core promise: free access to five technical volumes and entry into an open ecosystem. Emphasize no email required and immediate download.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short and urgent — the price is zero, the scarcity is early access and community membership. Repeat the URL slowly.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the limited window is about joining early, not a discount. Early members shape Volume 6 and the tooling.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each path briefly and how the books map to practical next steps and tools. Mention that Volume 6 deepens technical content for builders.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technical depth in Volumes 1–5 and how Volume 6 will include deep dives and beta access to Zayvora APIs. Mention examples of use cases (edge inference, private LLM orchestration).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playbooks in the books and community case studies that show 0→10k reader growth patterns. Call out practical templates founders can reuse.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students can use the EPUBs plus community resources to build portfolios and prepare for interviews. Mention opportunities for project-based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Clarify that early access is time‑limited and tied to community participation and feedback. Explain how to opt in after downloading.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invite social sharing and to show that momentum already exists. Mention any notable contributors or early adopters if applicable.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Repeat the URL slowly and clearly. Encourage attendees to download now while the window is open and to invite peers.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Reinforce urgency and the benefit of joining early to influence Volume 6 and tooling. Mention upcoming community calls or office hours if scheduled.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short invitation to ask questions and to join the community channels. Offer to share the slide deck and one‑page summary after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Daxini Stack — Free 4‑Day Download Window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All five volumes of sovereign AI architecture — EPUB, free starting today</a:t>
            </a:r>
          </a:p>
          <a:p>
            <a:pPr lvl="1">
              <a:defRPr sz="1800"/>
            </a:pPr>
            <a:r>
              <a:t>dharam · Daxini.space/books · #SovereignAI #IndiaTech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Free Right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All five volumes of the Daxini Stack in EPUB format.</a:t>
            </a:r>
          </a:p>
          <a:p>
            <a:pPr lvl="1">
              <a:defRPr sz="1800"/>
            </a:pPr>
            <a:r>
              <a:t>Free to download for 4 days starting today.</a:t>
            </a:r>
          </a:p>
          <a:p>
            <a:pPr lvl="1">
              <a:defRPr sz="1800"/>
            </a:pPr>
            <a:r>
              <a:t>No email required; immediate access at Daxini.space/books.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 Just Books — An Ecosystem Entry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Books act as on‑ramps into tools, communities, and early product access.</a:t>
            </a:r>
          </a:p>
          <a:p>
            <a:pPr lvl="1">
              <a:defRPr sz="1800"/>
            </a:pPr>
            <a:r>
              <a:t>Download → Read → Choose your path: Builder, Founder, Student.</a:t>
            </a:r>
          </a:p>
          <a:p>
            <a:pPr lvl="1">
              <a:defRPr sz="1800"/>
            </a:pPr>
            <a:r>
              <a:t>Volume 6 (beta chapters) available to early community members only.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Choose Your Path After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Builder: Zayvora reasoning engine; LogicHub decision framework; vendor‑free orchestration tools.</a:t>
            </a:r>
          </a:p>
          <a:p>
            <a:pPr lvl="1">
              <a:defRPr sz="1800"/>
            </a:pPr>
            <a:r>
              <a:t>Founder: SOP systems; distribution frameworks; scaling patterns from 0 → 10,000+ readers.</a:t>
            </a:r>
          </a:p>
          <a:p>
            <a:pPr lvl="1">
              <a:defRPr sz="1800"/>
            </a:pPr>
            <a:r>
              <a:t>Student: Interactive learning systems; exam prep frameworks; architecture walkthroughs.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 Builders — Tools and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Zayvora: reasoning engine for local and sovereign inference.</a:t>
            </a:r>
          </a:p>
          <a:p>
            <a:pPr lvl="1">
              <a:defRPr sz="1800"/>
            </a:pPr>
            <a:r>
              <a:t>LogicHub: decision framework for deterministic, auditable flows.</a:t>
            </a:r>
          </a:p>
          <a:p>
            <a:pPr lvl="1">
              <a:defRPr sz="1800"/>
            </a:pPr>
            <a:r>
              <a:t>Orchestration tools: run agentic systems without cloud vendor lock‑in.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 Founders — Systems to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SOP systems for reproducible operations.</a:t>
            </a:r>
          </a:p>
          <a:p>
            <a:pPr lvl="1">
              <a:defRPr sz="1800"/>
            </a:pPr>
            <a:r>
              <a:t>Distribution frameworks for organic growth and community‑driven reach.</a:t>
            </a:r>
          </a:p>
          <a:p>
            <a:pPr lvl="1">
              <a:defRPr sz="1800"/>
            </a:pPr>
            <a:r>
              <a:t>Scaling patterns: reader acquisition, retention, and monetization playbooks.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 Students — Learn by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Interactive architecture walkthroughs and labs.</a:t>
            </a:r>
          </a:p>
          <a:p>
            <a:pPr lvl="1">
              <a:defRPr sz="1800"/>
            </a:pPr>
            <a:r>
              <a:t>Exam prep frameworks and practice problems.</a:t>
            </a:r>
          </a:p>
          <a:p>
            <a:pPr lvl="1">
              <a:defRPr sz="1800"/>
            </a:pPr>
            <a:r>
              <a:t>Mentorship and study groups inside the ecosystem.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Volume 6 Early Access Mechanics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Download Volumes 1–5 now. No signup required.</a:t>
            </a:r>
          </a:p>
          <a:p>
            <a:pPr lvl="1">
              <a:defRPr sz="1800"/>
            </a:pPr>
            <a:r>
              <a:t>Opt in inside the ecosystem for Volume 6 beta chapters.</a:t>
            </a:r>
          </a:p>
          <a:p>
            <a:pPr lvl="1">
              <a:defRPr sz="1800"/>
            </a:pPr>
            <a:r>
              <a:t>Early access closes when the 4‑day window ends — community membership remains free.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Join 10,000+ Engineers and Founders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Active builders, founders, and students collaborating on sovereign AI.</a:t>
            </a:r>
          </a:p>
          <a:p>
            <a:pPr lvl="1">
              <a:defRPr sz="1800"/>
            </a:pPr>
            <a:r>
              <a:t>Share the books, use the tools, give feedback — that's how the ecosystem grows.</a:t>
            </a:r>
          </a:p>
          <a:p>
            <a:pPr lvl="1">
              <a:defRPr sz="1800"/>
            </a:pPr>
            <a:r>
              <a:t>Hashtags and channels: #SovereignAI #IndiaTech #BuildInPublic #Daxini.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Get the Books and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Visit: Daxini.space/books — download all five EPUBs now.</a:t>
            </a:r>
          </a:p>
          <a:p>
            <a:pPr lvl="1">
              <a:defRPr sz="1800"/>
            </a:pPr>
            <a:r>
              <a:t>No email required; immediate download.</a:t>
            </a:r>
          </a:p>
          <a:p>
            <a:pPr lvl="1">
              <a:defRPr sz="1800"/>
            </a:pPr>
            <a:r>
              <a:t>Share, use the tools, and opt into Volume 6 beta if you want early technical access.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 and What Happens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Day 0–4: Free download window open.</a:t>
            </a:r>
          </a:p>
          <a:p>
            <a:pPr lvl="1">
              <a:defRPr sz="1800"/>
            </a:pPr>
            <a:r>
              <a:t>After window: Volume 6 beta closes to new early access members.</a:t>
            </a:r>
          </a:p>
          <a:p>
            <a:pPr lvl="1">
              <a:defRPr sz="1800"/>
            </a:pPr>
            <a:r>
              <a:t>Ongoing: Community events, tool betas, and public roadmaps.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 and Stay Connected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Download: Daxini.space/books</a:t>
            </a:r>
          </a:p>
          <a:p>
            <a:pPr lvl="1">
              <a:defRPr sz="1800"/>
            </a:pPr>
            <a:r>
              <a:t>Follow: #SovereignAI #IndiaTech #BuildInPublic #Daxini</a:t>
            </a:r>
          </a:p>
          <a:p>
            <a:pPr lvl="1">
              <a:defRPr sz="1800"/>
            </a:pPr>
            <a:r>
              <a:t>Contact: community@daxini.space or site contact 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